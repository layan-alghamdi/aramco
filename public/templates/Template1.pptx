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rimo" charset="1" panose="020B0604020202020204"/>
      <p:regular r:id="rId12"/>
    </p:embeddedFont>
    <p:embeddedFont>
      <p:font typeface="Trebuchet MS Bold" charset="1" panose="020B0703020202020204"/>
      <p:regular r:id="rId13"/>
    </p:embeddedFont>
    <p:embeddedFont>
      <p:font typeface="Trebuchet MS" charset="1" panose="020B0603020202020204"/>
      <p:regular r:id="rId14"/>
    </p:embeddedFont>
    <p:embeddedFont>
      <p:font typeface="Canva Sans" charset="1" panose="020B05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svg" Type="http://schemas.openxmlformats.org/officeDocument/2006/relationships/image"/><Relationship Id="rId12" Target="../media/image11.sv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svg" Type="http://schemas.openxmlformats.org/officeDocument/2006/relationships/image"/><Relationship Id="rId5" Target="../media/image4.svg" Type="http://schemas.openxmlformats.org/officeDocument/2006/relationships/image"/><Relationship Id="rId6" Target="../media/image5.svg" Type="http://schemas.openxmlformats.org/officeDocument/2006/relationships/image"/><Relationship Id="rId7" Target="../media/image6.sv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50000">
              <a:srgbClr val="5479AB">
                <a:alpha val="100000"/>
              </a:srgbClr>
            </a:gs>
            <a:gs pos="100000">
              <a:srgbClr val="00307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30449" y="8897769"/>
            <a:ext cx="458991" cy="648824"/>
          </a:xfrm>
          <a:custGeom>
            <a:avLst/>
            <a:gdLst/>
            <a:ahLst/>
            <a:cxnLst/>
            <a:rect r="r" b="b" t="t" l="l"/>
            <a:pathLst>
              <a:path h="648824" w="458991">
                <a:moveTo>
                  <a:pt x="0" y="0"/>
                </a:moveTo>
                <a:lnTo>
                  <a:pt x="458991" y="0"/>
                </a:lnTo>
                <a:lnTo>
                  <a:pt x="458991" y="648824"/>
                </a:lnTo>
                <a:lnTo>
                  <a:pt x="0" y="648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71682" y="8897769"/>
            <a:ext cx="458991" cy="648824"/>
          </a:xfrm>
          <a:custGeom>
            <a:avLst/>
            <a:gdLst/>
            <a:ahLst/>
            <a:cxnLst/>
            <a:rect r="r" b="b" t="t" l="l"/>
            <a:pathLst>
              <a:path h="648824" w="458991">
                <a:moveTo>
                  <a:pt x="0" y="0"/>
                </a:moveTo>
                <a:lnTo>
                  <a:pt x="458991" y="0"/>
                </a:lnTo>
                <a:lnTo>
                  <a:pt x="458991" y="648824"/>
                </a:lnTo>
                <a:lnTo>
                  <a:pt x="0" y="648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412905" y="8897769"/>
            <a:ext cx="458991" cy="648824"/>
          </a:xfrm>
          <a:custGeom>
            <a:avLst/>
            <a:gdLst/>
            <a:ahLst/>
            <a:cxnLst/>
            <a:rect r="r" b="b" t="t" l="l"/>
            <a:pathLst>
              <a:path h="648824" w="458991">
                <a:moveTo>
                  <a:pt x="0" y="0"/>
                </a:moveTo>
                <a:lnTo>
                  <a:pt x="458991" y="0"/>
                </a:lnTo>
                <a:lnTo>
                  <a:pt x="458991" y="648824"/>
                </a:lnTo>
                <a:lnTo>
                  <a:pt x="0" y="648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54138" y="8897769"/>
            <a:ext cx="458991" cy="648824"/>
          </a:xfrm>
          <a:custGeom>
            <a:avLst/>
            <a:gdLst/>
            <a:ahLst/>
            <a:cxnLst/>
            <a:rect r="r" b="b" t="t" l="l"/>
            <a:pathLst>
              <a:path h="648824" w="458991">
                <a:moveTo>
                  <a:pt x="0" y="0"/>
                </a:moveTo>
                <a:lnTo>
                  <a:pt x="458990" y="0"/>
                </a:lnTo>
                <a:lnTo>
                  <a:pt x="458990" y="648824"/>
                </a:lnTo>
                <a:lnTo>
                  <a:pt x="0" y="648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695370" y="8897769"/>
            <a:ext cx="458991" cy="648824"/>
          </a:xfrm>
          <a:custGeom>
            <a:avLst/>
            <a:gdLst/>
            <a:ahLst/>
            <a:cxnLst/>
            <a:rect r="r" b="b" t="t" l="l"/>
            <a:pathLst>
              <a:path h="648824" w="458991">
                <a:moveTo>
                  <a:pt x="0" y="0"/>
                </a:moveTo>
                <a:lnTo>
                  <a:pt x="458991" y="0"/>
                </a:lnTo>
                <a:lnTo>
                  <a:pt x="458991" y="648824"/>
                </a:lnTo>
                <a:lnTo>
                  <a:pt x="0" y="648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336603" y="8897769"/>
            <a:ext cx="458991" cy="648824"/>
          </a:xfrm>
          <a:custGeom>
            <a:avLst/>
            <a:gdLst/>
            <a:ahLst/>
            <a:cxnLst/>
            <a:rect r="r" b="b" t="t" l="l"/>
            <a:pathLst>
              <a:path h="648824" w="458991">
                <a:moveTo>
                  <a:pt x="0" y="0"/>
                </a:moveTo>
                <a:lnTo>
                  <a:pt x="458990" y="0"/>
                </a:lnTo>
                <a:lnTo>
                  <a:pt x="458990" y="648824"/>
                </a:lnTo>
                <a:lnTo>
                  <a:pt x="0" y="648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2614519" y="585130"/>
            <a:ext cx="3464995" cy="670208"/>
            <a:chOff x="0" y="0"/>
            <a:chExt cx="3464992" cy="6702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865882" y="69596"/>
              <a:ext cx="535559" cy="537210"/>
            </a:xfrm>
            <a:custGeom>
              <a:avLst/>
              <a:gdLst/>
              <a:ahLst/>
              <a:cxnLst/>
              <a:rect r="r" b="b" t="t" l="l"/>
              <a:pathLst>
                <a:path h="537210" w="535559">
                  <a:moveTo>
                    <a:pt x="268605" y="0"/>
                  </a:moveTo>
                  <a:cubicBezTo>
                    <a:pt x="120777" y="0"/>
                    <a:pt x="0" y="120650"/>
                    <a:pt x="0" y="268605"/>
                  </a:cubicBezTo>
                  <a:cubicBezTo>
                    <a:pt x="0" y="416433"/>
                    <a:pt x="120650" y="537210"/>
                    <a:pt x="268605" y="537210"/>
                  </a:cubicBezTo>
                  <a:cubicBezTo>
                    <a:pt x="416560" y="537210"/>
                    <a:pt x="535559" y="416560"/>
                    <a:pt x="535559" y="268605"/>
                  </a:cubicBezTo>
                  <a:cubicBezTo>
                    <a:pt x="535559" y="120650"/>
                    <a:pt x="416560" y="0"/>
                    <a:pt x="268605" y="0"/>
                  </a:cubicBezTo>
                  <a:close/>
                  <a:moveTo>
                    <a:pt x="268605" y="414782"/>
                  </a:moveTo>
                  <a:cubicBezTo>
                    <a:pt x="187071" y="414782"/>
                    <a:pt x="122301" y="348488"/>
                    <a:pt x="122301" y="268478"/>
                  </a:cubicBezTo>
                  <a:cubicBezTo>
                    <a:pt x="122301" y="188595"/>
                    <a:pt x="187198" y="123698"/>
                    <a:pt x="268605" y="123698"/>
                  </a:cubicBezTo>
                  <a:cubicBezTo>
                    <a:pt x="348488" y="123698"/>
                    <a:pt x="413385" y="188595"/>
                    <a:pt x="413385" y="268478"/>
                  </a:cubicBezTo>
                  <a:cubicBezTo>
                    <a:pt x="413512" y="348488"/>
                    <a:pt x="348615" y="414782"/>
                    <a:pt x="268605" y="41478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626235" y="63500"/>
              <a:ext cx="724027" cy="532384"/>
            </a:xfrm>
            <a:custGeom>
              <a:avLst/>
              <a:gdLst/>
              <a:ahLst/>
              <a:cxnLst/>
              <a:rect r="r" b="b" t="t" l="l"/>
              <a:pathLst>
                <a:path h="532384" w="724027">
                  <a:moveTo>
                    <a:pt x="525018" y="0"/>
                  </a:moveTo>
                  <a:cubicBezTo>
                    <a:pt x="466217" y="0"/>
                    <a:pt x="405765" y="12192"/>
                    <a:pt x="357632" y="31623"/>
                  </a:cubicBezTo>
                  <a:cubicBezTo>
                    <a:pt x="318262" y="9017"/>
                    <a:pt x="280670" y="0"/>
                    <a:pt x="226314" y="0"/>
                  </a:cubicBezTo>
                  <a:cubicBezTo>
                    <a:pt x="158369" y="0"/>
                    <a:pt x="89027" y="9144"/>
                    <a:pt x="13589" y="34671"/>
                  </a:cubicBezTo>
                  <a:lnTo>
                    <a:pt x="0" y="39116"/>
                  </a:lnTo>
                  <a:lnTo>
                    <a:pt x="0" y="532384"/>
                  </a:lnTo>
                  <a:lnTo>
                    <a:pt x="134239" y="532384"/>
                  </a:lnTo>
                  <a:lnTo>
                    <a:pt x="134239" y="128143"/>
                  </a:lnTo>
                  <a:cubicBezTo>
                    <a:pt x="161417" y="118999"/>
                    <a:pt x="182499" y="116078"/>
                    <a:pt x="209677" y="116078"/>
                  </a:cubicBezTo>
                  <a:cubicBezTo>
                    <a:pt x="275971" y="116078"/>
                    <a:pt x="295656" y="137160"/>
                    <a:pt x="295656" y="206502"/>
                  </a:cubicBezTo>
                  <a:lnTo>
                    <a:pt x="295656" y="532257"/>
                  </a:lnTo>
                  <a:lnTo>
                    <a:pt x="431419" y="532257"/>
                  </a:lnTo>
                  <a:lnTo>
                    <a:pt x="431419" y="197358"/>
                  </a:lnTo>
                  <a:cubicBezTo>
                    <a:pt x="431419" y="167132"/>
                    <a:pt x="430022" y="147574"/>
                    <a:pt x="425323" y="129413"/>
                  </a:cubicBezTo>
                  <a:cubicBezTo>
                    <a:pt x="452501" y="120269"/>
                    <a:pt x="473583" y="115824"/>
                    <a:pt x="497713" y="115824"/>
                  </a:cubicBezTo>
                  <a:cubicBezTo>
                    <a:pt x="561086" y="115824"/>
                    <a:pt x="589788" y="144399"/>
                    <a:pt x="589788" y="206248"/>
                  </a:cubicBezTo>
                  <a:lnTo>
                    <a:pt x="589788" y="532130"/>
                  </a:lnTo>
                  <a:lnTo>
                    <a:pt x="724027" y="532130"/>
                  </a:lnTo>
                  <a:lnTo>
                    <a:pt x="724027" y="195834"/>
                  </a:lnTo>
                  <a:cubicBezTo>
                    <a:pt x="724027" y="129540"/>
                    <a:pt x="713486" y="90170"/>
                    <a:pt x="683260" y="57023"/>
                  </a:cubicBezTo>
                  <a:cubicBezTo>
                    <a:pt x="650113" y="21209"/>
                    <a:pt x="594360" y="127"/>
                    <a:pt x="525018" y="12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413635" y="64643"/>
              <a:ext cx="440309" cy="546481"/>
            </a:xfrm>
            <a:custGeom>
              <a:avLst/>
              <a:gdLst/>
              <a:ahLst/>
              <a:cxnLst/>
              <a:rect r="r" b="b" t="t" l="l"/>
              <a:pathLst>
                <a:path h="546481" w="440309">
                  <a:moveTo>
                    <a:pt x="275717" y="424942"/>
                  </a:moveTo>
                  <a:cubicBezTo>
                    <a:pt x="186309" y="424942"/>
                    <a:pt x="135001" y="369443"/>
                    <a:pt x="135001" y="272415"/>
                  </a:cubicBezTo>
                  <a:cubicBezTo>
                    <a:pt x="135001" y="173101"/>
                    <a:pt x="186944" y="116205"/>
                    <a:pt x="277114" y="116205"/>
                  </a:cubicBezTo>
                  <a:cubicBezTo>
                    <a:pt x="295783" y="116205"/>
                    <a:pt x="311658" y="118237"/>
                    <a:pt x="326644" y="122682"/>
                  </a:cubicBezTo>
                  <a:cubicBezTo>
                    <a:pt x="326644" y="122682"/>
                    <a:pt x="354330" y="130556"/>
                    <a:pt x="378714" y="149733"/>
                  </a:cubicBezTo>
                  <a:lnTo>
                    <a:pt x="435483" y="52324"/>
                  </a:lnTo>
                  <a:cubicBezTo>
                    <a:pt x="404495" y="26543"/>
                    <a:pt x="367919" y="15367"/>
                    <a:pt x="355727" y="12192"/>
                  </a:cubicBezTo>
                  <a:cubicBezTo>
                    <a:pt x="320929" y="1651"/>
                    <a:pt x="269748" y="0"/>
                    <a:pt x="269748" y="0"/>
                  </a:cubicBezTo>
                  <a:cubicBezTo>
                    <a:pt x="108331" y="0"/>
                    <a:pt x="0" y="111887"/>
                    <a:pt x="0" y="278384"/>
                  </a:cubicBezTo>
                  <a:cubicBezTo>
                    <a:pt x="0" y="438404"/>
                    <a:pt x="102743" y="541782"/>
                    <a:pt x="262001" y="541782"/>
                  </a:cubicBezTo>
                  <a:cubicBezTo>
                    <a:pt x="262001" y="541782"/>
                    <a:pt x="368681" y="546481"/>
                    <a:pt x="440309" y="480060"/>
                  </a:cubicBezTo>
                  <a:lnTo>
                    <a:pt x="373507" y="394208"/>
                  </a:lnTo>
                  <a:cubicBezTo>
                    <a:pt x="337439" y="417322"/>
                    <a:pt x="312166" y="424942"/>
                    <a:pt x="275717" y="42494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58622" y="67945"/>
              <a:ext cx="376809" cy="528066"/>
            </a:xfrm>
            <a:custGeom>
              <a:avLst/>
              <a:gdLst/>
              <a:ahLst/>
              <a:cxnLst/>
              <a:rect r="r" b="b" t="t" l="l"/>
              <a:pathLst>
                <a:path h="528066" w="376809">
                  <a:moveTo>
                    <a:pt x="280543" y="127"/>
                  </a:moveTo>
                  <a:cubicBezTo>
                    <a:pt x="89027" y="127"/>
                    <a:pt x="0" y="84582"/>
                    <a:pt x="0" y="264033"/>
                  </a:cubicBezTo>
                  <a:lnTo>
                    <a:pt x="0" y="528066"/>
                  </a:lnTo>
                  <a:lnTo>
                    <a:pt x="137160" y="528066"/>
                  </a:lnTo>
                  <a:lnTo>
                    <a:pt x="137160" y="274701"/>
                  </a:lnTo>
                  <a:lnTo>
                    <a:pt x="137160" y="262509"/>
                  </a:lnTo>
                  <a:cubicBezTo>
                    <a:pt x="137160" y="172085"/>
                    <a:pt x="188468" y="116205"/>
                    <a:pt x="268351" y="116205"/>
                  </a:cubicBezTo>
                  <a:cubicBezTo>
                    <a:pt x="301625" y="116205"/>
                    <a:pt x="327152" y="122301"/>
                    <a:pt x="345186" y="126746"/>
                  </a:cubicBezTo>
                  <a:lnTo>
                    <a:pt x="376809" y="7493"/>
                  </a:lnTo>
                  <a:cubicBezTo>
                    <a:pt x="323850" y="0"/>
                    <a:pt x="280416" y="127"/>
                    <a:pt x="280416" y="12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025779" y="66548"/>
              <a:ext cx="522097" cy="529463"/>
            </a:xfrm>
            <a:custGeom>
              <a:avLst/>
              <a:gdLst/>
              <a:ahLst/>
              <a:cxnLst/>
              <a:rect r="r" b="b" t="t" l="l"/>
              <a:pathLst>
                <a:path h="529463" w="522097">
                  <a:moveTo>
                    <a:pt x="522097" y="250317"/>
                  </a:moveTo>
                  <a:lnTo>
                    <a:pt x="522097" y="529463"/>
                  </a:lnTo>
                  <a:lnTo>
                    <a:pt x="337947" y="529463"/>
                  </a:lnTo>
                  <a:cubicBezTo>
                    <a:pt x="211201" y="529463"/>
                    <a:pt x="155448" y="520319"/>
                    <a:pt x="89027" y="476758"/>
                  </a:cubicBezTo>
                  <a:cubicBezTo>
                    <a:pt x="31623" y="437515"/>
                    <a:pt x="0" y="363601"/>
                    <a:pt x="0" y="267081"/>
                  </a:cubicBezTo>
                  <a:cubicBezTo>
                    <a:pt x="0" y="134366"/>
                    <a:pt x="87503" y="127"/>
                    <a:pt x="280543" y="127"/>
                  </a:cubicBezTo>
                  <a:cubicBezTo>
                    <a:pt x="437388" y="0"/>
                    <a:pt x="521970" y="87503"/>
                    <a:pt x="521970" y="250317"/>
                  </a:cubicBezTo>
                  <a:close/>
                  <a:moveTo>
                    <a:pt x="387858" y="265430"/>
                  </a:moveTo>
                  <a:cubicBezTo>
                    <a:pt x="387858" y="164338"/>
                    <a:pt x="348615" y="114554"/>
                    <a:pt x="270256" y="114554"/>
                  </a:cubicBezTo>
                  <a:cubicBezTo>
                    <a:pt x="190373" y="114554"/>
                    <a:pt x="139065" y="173355"/>
                    <a:pt x="139065" y="262382"/>
                  </a:cubicBezTo>
                  <a:cubicBezTo>
                    <a:pt x="139065" y="369443"/>
                    <a:pt x="190373" y="416306"/>
                    <a:pt x="305054" y="416306"/>
                  </a:cubicBezTo>
                  <a:lnTo>
                    <a:pt x="387985" y="416306"/>
                  </a:lnTo>
                  <a:lnTo>
                    <a:pt x="387985" y="265557"/>
                  </a:lnTo>
                  <a:lnTo>
                    <a:pt x="387858" y="2655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66548"/>
              <a:ext cx="520446" cy="529463"/>
            </a:xfrm>
            <a:custGeom>
              <a:avLst/>
              <a:gdLst/>
              <a:ahLst/>
              <a:cxnLst/>
              <a:rect r="r" b="b" t="t" l="l"/>
              <a:pathLst>
                <a:path h="529463" w="520446">
                  <a:moveTo>
                    <a:pt x="520446" y="250317"/>
                  </a:moveTo>
                  <a:lnTo>
                    <a:pt x="520446" y="529463"/>
                  </a:lnTo>
                  <a:lnTo>
                    <a:pt x="337947" y="529463"/>
                  </a:lnTo>
                  <a:cubicBezTo>
                    <a:pt x="211201" y="529463"/>
                    <a:pt x="155448" y="520319"/>
                    <a:pt x="89027" y="476758"/>
                  </a:cubicBezTo>
                  <a:cubicBezTo>
                    <a:pt x="31623" y="437515"/>
                    <a:pt x="0" y="363601"/>
                    <a:pt x="0" y="267081"/>
                  </a:cubicBezTo>
                  <a:cubicBezTo>
                    <a:pt x="0" y="134366"/>
                    <a:pt x="87503" y="127"/>
                    <a:pt x="280543" y="127"/>
                  </a:cubicBezTo>
                  <a:cubicBezTo>
                    <a:pt x="437388" y="0"/>
                    <a:pt x="520319" y="87503"/>
                    <a:pt x="520319" y="250317"/>
                  </a:cubicBezTo>
                  <a:close/>
                  <a:moveTo>
                    <a:pt x="381508" y="265557"/>
                  </a:moveTo>
                  <a:cubicBezTo>
                    <a:pt x="381508" y="162941"/>
                    <a:pt x="345313" y="114681"/>
                    <a:pt x="265303" y="114681"/>
                  </a:cubicBezTo>
                  <a:cubicBezTo>
                    <a:pt x="185293" y="114681"/>
                    <a:pt x="134239" y="173482"/>
                    <a:pt x="134239" y="262509"/>
                  </a:cubicBezTo>
                  <a:cubicBezTo>
                    <a:pt x="134239" y="369570"/>
                    <a:pt x="185547" y="416433"/>
                    <a:pt x="300228" y="416433"/>
                  </a:cubicBezTo>
                  <a:lnTo>
                    <a:pt x="381762" y="416433"/>
                  </a:lnTo>
                  <a:lnTo>
                    <a:pt x="381762" y="265557"/>
                  </a:lnTo>
                  <a:lnTo>
                    <a:pt x="381635" y="26555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4376121" y="1387678"/>
            <a:ext cx="1658160" cy="764743"/>
          </a:xfrm>
          <a:custGeom>
            <a:avLst/>
            <a:gdLst/>
            <a:ahLst/>
            <a:cxnLst/>
            <a:rect r="r" b="b" t="t" l="l"/>
            <a:pathLst>
              <a:path h="764743" w="1658160">
                <a:moveTo>
                  <a:pt x="0" y="0"/>
                </a:moveTo>
                <a:lnTo>
                  <a:pt x="1658159" y="0"/>
                </a:lnTo>
                <a:lnTo>
                  <a:pt x="1658159" y="764743"/>
                </a:lnTo>
                <a:lnTo>
                  <a:pt x="0" y="76474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977835" y="8897769"/>
            <a:ext cx="458991" cy="648824"/>
          </a:xfrm>
          <a:custGeom>
            <a:avLst/>
            <a:gdLst/>
            <a:ahLst/>
            <a:cxnLst/>
            <a:rect r="r" b="b" t="t" l="l"/>
            <a:pathLst>
              <a:path h="648824" w="458991">
                <a:moveTo>
                  <a:pt x="0" y="0"/>
                </a:moveTo>
                <a:lnTo>
                  <a:pt x="458991" y="0"/>
                </a:lnTo>
                <a:lnTo>
                  <a:pt x="458991" y="648824"/>
                </a:lnTo>
                <a:lnTo>
                  <a:pt x="0" y="648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619068" y="8897769"/>
            <a:ext cx="458991" cy="648824"/>
          </a:xfrm>
          <a:custGeom>
            <a:avLst/>
            <a:gdLst/>
            <a:ahLst/>
            <a:cxnLst/>
            <a:rect r="r" b="b" t="t" l="l"/>
            <a:pathLst>
              <a:path h="648824" w="458991">
                <a:moveTo>
                  <a:pt x="0" y="0"/>
                </a:moveTo>
                <a:lnTo>
                  <a:pt x="458990" y="0"/>
                </a:lnTo>
                <a:lnTo>
                  <a:pt x="458990" y="648824"/>
                </a:lnTo>
                <a:lnTo>
                  <a:pt x="0" y="648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7260291" y="8897769"/>
            <a:ext cx="458991" cy="648824"/>
          </a:xfrm>
          <a:custGeom>
            <a:avLst/>
            <a:gdLst/>
            <a:ahLst/>
            <a:cxnLst/>
            <a:rect r="r" b="b" t="t" l="l"/>
            <a:pathLst>
              <a:path h="648824" w="458991">
                <a:moveTo>
                  <a:pt x="0" y="0"/>
                </a:moveTo>
                <a:lnTo>
                  <a:pt x="458990" y="0"/>
                </a:lnTo>
                <a:lnTo>
                  <a:pt x="458990" y="648824"/>
                </a:lnTo>
                <a:lnTo>
                  <a:pt x="0" y="648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238077" y="309572"/>
            <a:ext cx="1681220" cy="1681210"/>
          </a:xfrm>
          <a:custGeom>
            <a:avLst/>
            <a:gdLst/>
            <a:ahLst/>
            <a:cxnLst/>
            <a:rect r="r" b="b" t="t" l="l"/>
            <a:pathLst>
              <a:path h="1681210" w="1681220">
                <a:moveTo>
                  <a:pt x="0" y="0"/>
                </a:moveTo>
                <a:lnTo>
                  <a:pt x="1681220" y="0"/>
                </a:lnTo>
                <a:lnTo>
                  <a:pt x="1681220" y="1681210"/>
                </a:lnTo>
                <a:lnTo>
                  <a:pt x="0" y="168121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35171" y="3680146"/>
            <a:ext cx="10294315" cy="2536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99"/>
              </a:lnSpc>
            </a:pPr>
            <a:r>
              <a:rPr lang="en-US" sz="9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SASE</a:t>
            </a:r>
          </a:p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EmpoweringDevelopers with SASE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64022" y="4803915"/>
            <a:ext cx="179965" cy="1396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00"/>
              </a:lnSpc>
            </a:pPr>
            <a:r>
              <a:rPr lang="en-US" sz="5000">
                <a:solidFill>
                  <a:srgbClr val="51FF81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35171" y="8004324"/>
            <a:ext cx="3357391" cy="724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April 22, 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87304" y="601085"/>
            <a:ext cx="2247900" cy="752475"/>
          </a:xfrm>
          <a:custGeom>
            <a:avLst/>
            <a:gdLst/>
            <a:ahLst/>
            <a:cxnLst/>
            <a:rect r="r" b="b" t="t" l="l"/>
            <a:pathLst>
              <a:path h="752475" w="2247900">
                <a:moveTo>
                  <a:pt x="0" y="0"/>
                </a:moveTo>
                <a:lnTo>
                  <a:pt x="2247900" y="0"/>
                </a:lnTo>
                <a:lnTo>
                  <a:pt x="2247900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9" t="0" r="-103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323975" y="2802303"/>
            <a:ext cx="114300" cy="114300"/>
            <a:chOff x="0" y="0"/>
            <a:chExt cx="114300" cy="1143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cubicBezTo>
                    <a:pt x="112395" y="72009"/>
                    <a:pt x="111379" y="75565"/>
                    <a:pt x="109855" y="78994"/>
                  </a:cubicBezTo>
                  <a:cubicBezTo>
                    <a:pt x="108331" y="82423"/>
                    <a:pt x="106680" y="85725"/>
                    <a:pt x="104521" y="88900"/>
                  </a:cubicBezTo>
                  <a:cubicBezTo>
                    <a:pt x="102362" y="92075"/>
                    <a:pt x="100076" y="94869"/>
                    <a:pt x="97409" y="97536"/>
                  </a:cubicBezTo>
                  <a:cubicBezTo>
                    <a:pt x="94742" y="100203"/>
                    <a:pt x="91821" y="102616"/>
                    <a:pt x="88773" y="104648"/>
                  </a:cubicBezTo>
                  <a:cubicBezTo>
                    <a:pt x="85725" y="106680"/>
                    <a:pt x="82296" y="108458"/>
                    <a:pt x="78867" y="109982"/>
                  </a:cubicBezTo>
                  <a:cubicBezTo>
                    <a:pt x="75438" y="111506"/>
                    <a:pt x="71882" y="112522"/>
                    <a:pt x="68199" y="113284"/>
                  </a:cubicBezTo>
                  <a:cubicBezTo>
                    <a:pt x="64516" y="114046"/>
                    <a:pt x="60960" y="114300"/>
                    <a:pt x="57150" y="114300"/>
                  </a:cubicBezTo>
                  <a:cubicBezTo>
                    <a:pt x="53340" y="114300"/>
                    <a:pt x="49657" y="113919"/>
                    <a:pt x="45974" y="113157"/>
                  </a:cubicBezTo>
                  <a:cubicBezTo>
                    <a:pt x="42291" y="112395"/>
                    <a:pt x="38735" y="111379"/>
                    <a:pt x="35306" y="109855"/>
                  </a:cubicBezTo>
                  <a:cubicBezTo>
                    <a:pt x="31877" y="108331"/>
                    <a:pt x="28575" y="106680"/>
                    <a:pt x="25400" y="104521"/>
                  </a:cubicBezTo>
                  <a:cubicBezTo>
                    <a:pt x="22225" y="102362"/>
                    <a:pt x="19431" y="100076"/>
                    <a:pt x="16764" y="97409"/>
                  </a:cubicBezTo>
                  <a:cubicBezTo>
                    <a:pt x="14097" y="94742"/>
                    <a:pt x="11684" y="92075"/>
                    <a:pt x="9652" y="88900"/>
                  </a:cubicBezTo>
                  <a:cubicBezTo>
                    <a:pt x="7620" y="85725"/>
                    <a:pt x="5842" y="82550"/>
                    <a:pt x="4318" y="78994"/>
                  </a:cubicBezTo>
                  <a:cubicBezTo>
                    <a:pt x="2794" y="75438"/>
                    <a:pt x="1778" y="72009"/>
                    <a:pt x="1143" y="68326"/>
                  </a:cubicBezTo>
                  <a:cubicBezTo>
                    <a:pt x="508" y="64643"/>
                    <a:pt x="0" y="60960"/>
                    <a:pt x="0" y="57150"/>
                  </a:cubicBez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493" y="28575"/>
                    <a:pt x="9652" y="25400"/>
                  </a:cubicBezTo>
                  <a:cubicBezTo>
                    <a:pt x="11811" y="22225"/>
                    <a:pt x="14097" y="19431"/>
                    <a:pt x="16764" y="16764"/>
                  </a:cubicBezTo>
                  <a:cubicBezTo>
                    <a:pt x="19431" y="14097"/>
                    <a:pt x="22352" y="11684"/>
                    <a:pt x="25400" y="9652"/>
                  </a:cubicBezTo>
                  <a:cubicBezTo>
                    <a:pt x="28448" y="7620"/>
                    <a:pt x="31877" y="5842"/>
                    <a:pt x="35306" y="4318"/>
                  </a:cubicBezTo>
                  <a:cubicBezTo>
                    <a:pt x="38735" y="2794"/>
                    <a:pt x="42291" y="1778"/>
                    <a:pt x="45974" y="1016"/>
                  </a:cubicBezTo>
                  <a:cubicBezTo>
                    <a:pt x="49657" y="254"/>
                    <a:pt x="53340" y="0"/>
                    <a:pt x="57150" y="0"/>
                  </a:cubicBezTo>
                  <a:cubicBezTo>
                    <a:pt x="60960" y="0"/>
                    <a:pt x="64643" y="381"/>
                    <a:pt x="68326" y="1143"/>
                  </a:cubicBezTo>
                  <a:cubicBezTo>
                    <a:pt x="72009" y="1905"/>
                    <a:pt x="75565" y="2921"/>
                    <a:pt x="78994" y="4445"/>
                  </a:cubicBezTo>
                  <a:cubicBezTo>
                    <a:pt x="82423" y="5969"/>
                    <a:pt x="85725" y="7620"/>
                    <a:pt x="88900" y="9779"/>
                  </a:cubicBezTo>
                  <a:cubicBezTo>
                    <a:pt x="92075" y="11938"/>
                    <a:pt x="94869" y="14224"/>
                    <a:pt x="97536" y="16891"/>
                  </a:cubicBezTo>
                  <a:cubicBezTo>
                    <a:pt x="100203" y="19558"/>
                    <a:pt x="102616" y="22479"/>
                    <a:pt x="104648" y="25527"/>
                  </a:cubicBezTo>
                  <a:cubicBezTo>
                    <a:pt x="106680" y="28575"/>
                    <a:pt x="108458" y="32004"/>
                    <a:pt x="109982" y="35433"/>
                  </a:cubicBezTo>
                  <a:cubicBezTo>
                    <a:pt x="111506" y="38862"/>
                    <a:pt x="112522" y="42418"/>
                    <a:pt x="113284" y="46101"/>
                  </a:cubicBezTo>
                  <a:cubicBezTo>
                    <a:pt x="114046" y="49784"/>
                    <a:pt x="114300" y="53340"/>
                    <a:pt x="114300" y="5715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5479AB">
                    <a:alpha val="100000"/>
                  </a:srgbClr>
                </a:gs>
                <a:gs pos="100000">
                  <a:srgbClr val="003070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381125" y="5345478"/>
            <a:ext cx="114300" cy="114300"/>
            <a:chOff x="0" y="0"/>
            <a:chExt cx="114300" cy="1143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cubicBezTo>
                    <a:pt x="112395" y="72009"/>
                    <a:pt x="111379" y="75565"/>
                    <a:pt x="109855" y="78994"/>
                  </a:cubicBezTo>
                  <a:cubicBezTo>
                    <a:pt x="108331" y="82423"/>
                    <a:pt x="106680" y="85725"/>
                    <a:pt x="104521" y="88900"/>
                  </a:cubicBezTo>
                  <a:cubicBezTo>
                    <a:pt x="102362" y="92075"/>
                    <a:pt x="100076" y="94869"/>
                    <a:pt x="97409" y="97536"/>
                  </a:cubicBezTo>
                  <a:cubicBezTo>
                    <a:pt x="94742" y="100203"/>
                    <a:pt x="91821" y="102616"/>
                    <a:pt x="88773" y="104648"/>
                  </a:cubicBezTo>
                  <a:cubicBezTo>
                    <a:pt x="85725" y="106680"/>
                    <a:pt x="82296" y="108458"/>
                    <a:pt x="78867" y="109982"/>
                  </a:cubicBezTo>
                  <a:cubicBezTo>
                    <a:pt x="75438" y="111506"/>
                    <a:pt x="71882" y="112522"/>
                    <a:pt x="68199" y="113284"/>
                  </a:cubicBezTo>
                  <a:cubicBezTo>
                    <a:pt x="64516" y="114046"/>
                    <a:pt x="60960" y="114300"/>
                    <a:pt x="57150" y="114300"/>
                  </a:cubicBezTo>
                  <a:cubicBezTo>
                    <a:pt x="53340" y="114300"/>
                    <a:pt x="49657" y="113919"/>
                    <a:pt x="45974" y="113157"/>
                  </a:cubicBezTo>
                  <a:cubicBezTo>
                    <a:pt x="42291" y="112395"/>
                    <a:pt x="38735" y="111379"/>
                    <a:pt x="35306" y="109855"/>
                  </a:cubicBezTo>
                  <a:cubicBezTo>
                    <a:pt x="31877" y="108331"/>
                    <a:pt x="28575" y="106680"/>
                    <a:pt x="25400" y="104521"/>
                  </a:cubicBezTo>
                  <a:cubicBezTo>
                    <a:pt x="22225" y="102362"/>
                    <a:pt x="19431" y="100076"/>
                    <a:pt x="16764" y="97409"/>
                  </a:cubicBezTo>
                  <a:cubicBezTo>
                    <a:pt x="14097" y="94742"/>
                    <a:pt x="11684" y="92075"/>
                    <a:pt x="9652" y="88900"/>
                  </a:cubicBezTo>
                  <a:cubicBezTo>
                    <a:pt x="7620" y="85725"/>
                    <a:pt x="5842" y="82423"/>
                    <a:pt x="4318" y="78994"/>
                  </a:cubicBezTo>
                  <a:cubicBezTo>
                    <a:pt x="2794" y="75565"/>
                    <a:pt x="1778" y="72009"/>
                    <a:pt x="1016" y="68326"/>
                  </a:cubicBezTo>
                  <a:cubicBezTo>
                    <a:pt x="254" y="64643"/>
                    <a:pt x="0" y="60960"/>
                    <a:pt x="0" y="57150"/>
                  </a:cubicBez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493" y="28575"/>
                    <a:pt x="9652" y="25400"/>
                  </a:cubicBezTo>
                  <a:cubicBezTo>
                    <a:pt x="11811" y="22225"/>
                    <a:pt x="14097" y="19431"/>
                    <a:pt x="16764" y="16764"/>
                  </a:cubicBezTo>
                  <a:cubicBezTo>
                    <a:pt x="19431" y="14097"/>
                    <a:pt x="22352" y="11684"/>
                    <a:pt x="25400" y="9652"/>
                  </a:cubicBezTo>
                  <a:cubicBezTo>
                    <a:pt x="28448" y="7620"/>
                    <a:pt x="31877" y="5842"/>
                    <a:pt x="35306" y="4318"/>
                  </a:cubicBezTo>
                  <a:cubicBezTo>
                    <a:pt x="38735" y="2794"/>
                    <a:pt x="42291" y="1778"/>
                    <a:pt x="45974" y="1016"/>
                  </a:cubicBezTo>
                  <a:cubicBezTo>
                    <a:pt x="49657" y="254"/>
                    <a:pt x="53340" y="0"/>
                    <a:pt x="57150" y="0"/>
                  </a:cubicBezTo>
                  <a:cubicBezTo>
                    <a:pt x="60960" y="0"/>
                    <a:pt x="64643" y="381"/>
                    <a:pt x="68326" y="1143"/>
                  </a:cubicBezTo>
                  <a:cubicBezTo>
                    <a:pt x="72009" y="1905"/>
                    <a:pt x="75565" y="2921"/>
                    <a:pt x="78994" y="4445"/>
                  </a:cubicBezTo>
                  <a:cubicBezTo>
                    <a:pt x="82423" y="5969"/>
                    <a:pt x="85725" y="7620"/>
                    <a:pt x="88900" y="9779"/>
                  </a:cubicBezTo>
                  <a:cubicBezTo>
                    <a:pt x="92075" y="11938"/>
                    <a:pt x="94869" y="14224"/>
                    <a:pt x="97536" y="16891"/>
                  </a:cubicBezTo>
                  <a:cubicBezTo>
                    <a:pt x="100203" y="19558"/>
                    <a:pt x="102616" y="22479"/>
                    <a:pt x="104648" y="25527"/>
                  </a:cubicBezTo>
                  <a:cubicBezTo>
                    <a:pt x="106680" y="28575"/>
                    <a:pt x="108458" y="32004"/>
                    <a:pt x="109982" y="35433"/>
                  </a:cubicBezTo>
                  <a:cubicBezTo>
                    <a:pt x="111506" y="38862"/>
                    <a:pt x="112522" y="42418"/>
                    <a:pt x="113284" y="46101"/>
                  </a:cubicBezTo>
                  <a:cubicBezTo>
                    <a:pt x="114046" y="49784"/>
                    <a:pt x="114300" y="53340"/>
                    <a:pt x="114300" y="5715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5479AB">
                    <a:alpha val="100000"/>
                  </a:srgbClr>
                </a:gs>
                <a:gs pos="100000">
                  <a:srgbClr val="003070">
                    <a:alpha val="100000"/>
                  </a:srgbClr>
                </a:gs>
              </a:gsLst>
              <a:lin ang="2700000"/>
            </a:gra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1381125" y="6583728"/>
            <a:ext cx="114300" cy="114300"/>
            <a:chOff x="0" y="0"/>
            <a:chExt cx="114300" cy="1143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cubicBezTo>
                    <a:pt x="112395" y="72009"/>
                    <a:pt x="111379" y="75565"/>
                    <a:pt x="109855" y="78994"/>
                  </a:cubicBezTo>
                  <a:cubicBezTo>
                    <a:pt x="108331" y="82423"/>
                    <a:pt x="106680" y="85725"/>
                    <a:pt x="104521" y="88900"/>
                  </a:cubicBezTo>
                  <a:cubicBezTo>
                    <a:pt x="102362" y="92075"/>
                    <a:pt x="100076" y="94869"/>
                    <a:pt x="97409" y="97536"/>
                  </a:cubicBezTo>
                  <a:cubicBezTo>
                    <a:pt x="94742" y="100203"/>
                    <a:pt x="91821" y="102616"/>
                    <a:pt x="88773" y="104648"/>
                  </a:cubicBezTo>
                  <a:cubicBezTo>
                    <a:pt x="85725" y="106680"/>
                    <a:pt x="82296" y="108458"/>
                    <a:pt x="78867" y="109982"/>
                  </a:cubicBezTo>
                  <a:cubicBezTo>
                    <a:pt x="75438" y="111506"/>
                    <a:pt x="71882" y="112522"/>
                    <a:pt x="68199" y="113284"/>
                  </a:cubicBezTo>
                  <a:cubicBezTo>
                    <a:pt x="64516" y="114046"/>
                    <a:pt x="60960" y="114300"/>
                    <a:pt x="57150" y="114300"/>
                  </a:cubicBezTo>
                  <a:cubicBezTo>
                    <a:pt x="53340" y="114300"/>
                    <a:pt x="49657" y="113919"/>
                    <a:pt x="45974" y="113157"/>
                  </a:cubicBezTo>
                  <a:cubicBezTo>
                    <a:pt x="42291" y="112395"/>
                    <a:pt x="38735" y="111379"/>
                    <a:pt x="35306" y="109855"/>
                  </a:cubicBezTo>
                  <a:cubicBezTo>
                    <a:pt x="31877" y="108331"/>
                    <a:pt x="28575" y="106680"/>
                    <a:pt x="25400" y="104521"/>
                  </a:cubicBezTo>
                  <a:cubicBezTo>
                    <a:pt x="22225" y="102362"/>
                    <a:pt x="19431" y="100076"/>
                    <a:pt x="16764" y="97409"/>
                  </a:cubicBezTo>
                  <a:cubicBezTo>
                    <a:pt x="14097" y="94742"/>
                    <a:pt x="11684" y="92075"/>
                    <a:pt x="9652" y="88900"/>
                  </a:cubicBezTo>
                  <a:cubicBezTo>
                    <a:pt x="7620" y="85725"/>
                    <a:pt x="5842" y="82423"/>
                    <a:pt x="4318" y="78994"/>
                  </a:cubicBezTo>
                  <a:cubicBezTo>
                    <a:pt x="2794" y="75565"/>
                    <a:pt x="1778" y="72009"/>
                    <a:pt x="1016" y="68326"/>
                  </a:cubicBezTo>
                  <a:cubicBezTo>
                    <a:pt x="254" y="64643"/>
                    <a:pt x="0" y="60960"/>
                    <a:pt x="0" y="57150"/>
                  </a:cubicBez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493" y="28575"/>
                    <a:pt x="9652" y="25400"/>
                  </a:cubicBezTo>
                  <a:cubicBezTo>
                    <a:pt x="11811" y="22225"/>
                    <a:pt x="14097" y="19431"/>
                    <a:pt x="16764" y="16764"/>
                  </a:cubicBezTo>
                  <a:cubicBezTo>
                    <a:pt x="19431" y="14097"/>
                    <a:pt x="22352" y="11684"/>
                    <a:pt x="25400" y="9652"/>
                  </a:cubicBezTo>
                  <a:cubicBezTo>
                    <a:pt x="28448" y="7620"/>
                    <a:pt x="31877" y="5842"/>
                    <a:pt x="35306" y="4318"/>
                  </a:cubicBezTo>
                  <a:cubicBezTo>
                    <a:pt x="38735" y="2794"/>
                    <a:pt x="42291" y="1778"/>
                    <a:pt x="45974" y="1016"/>
                  </a:cubicBezTo>
                  <a:cubicBezTo>
                    <a:pt x="49657" y="254"/>
                    <a:pt x="53340" y="0"/>
                    <a:pt x="57150" y="0"/>
                  </a:cubicBezTo>
                  <a:cubicBezTo>
                    <a:pt x="60960" y="0"/>
                    <a:pt x="64643" y="381"/>
                    <a:pt x="68326" y="1143"/>
                  </a:cubicBezTo>
                  <a:cubicBezTo>
                    <a:pt x="72009" y="1905"/>
                    <a:pt x="75565" y="2921"/>
                    <a:pt x="78994" y="4445"/>
                  </a:cubicBezTo>
                  <a:cubicBezTo>
                    <a:pt x="82423" y="5969"/>
                    <a:pt x="85725" y="7620"/>
                    <a:pt x="88900" y="9779"/>
                  </a:cubicBezTo>
                  <a:cubicBezTo>
                    <a:pt x="92075" y="11938"/>
                    <a:pt x="94869" y="14224"/>
                    <a:pt x="97536" y="16891"/>
                  </a:cubicBezTo>
                  <a:cubicBezTo>
                    <a:pt x="100203" y="19558"/>
                    <a:pt x="102616" y="22479"/>
                    <a:pt x="104648" y="25527"/>
                  </a:cubicBezTo>
                  <a:cubicBezTo>
                    <a:pt x="106680" y="28575"/>
                    <a:pt x="108458" y="32004"/>
                    <a:pt x="109982" y="35433"/>
                  </a:cubicBezTo>
                  <a:cubicBezTo>
                    <a:pt x="111506" y="38862"/>
                    <a:pt x="112522" y="42418"/>
                    <a:pt x="113284" y="46101"/>
                  </a:cubicBezTo>
                  <a:cubicBezTo>
                    <a:pt x="114046" y="49784"/>
                    <a:pt x="114300" y="53340"/>
                    <a:pt x="114300" y="5715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5479AB">
                    <a:alpha val="100000"/>
                  </a:srgbClr>
                </a:gs>
                <a:gs pos="100000">
                  <a:srgbClr val="003070">
                    <a:alpha val="100000"/>
                  </a:srgbClr>
                </a:gs>
              </a:gsLst>
              <a:lin ang="2700000"/>
            </a:gra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38225" y="4458281"/>
            <a:ext cx="4958525" cy="54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3"/>
              </a:lnSpc>
            </a:pPr>
            <a:r>
              <a:rPr lang="en-US" b="true" sz="3074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 Why Developers Need It: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22374" y="2474224"/>
            <a:ext cx="14823357" cy="124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6"/>
              </a:lnSpc>
            </a:pPr>
            <a:r>
              <a:rPr lang="en-US" b="true" sz="3074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SASE</a:t>
            </a:r>
            <a:r>
              <a:rPr lang="en-US" sz="3074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(Secure Access Service Edge) is a cloud-based framework that brings network connectivity and security together into a single, simplified platform.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80420" y="5038496"/>
            <a:ext cx="14512214" cy="1824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5"/>
              </a:lnSpc>
            </a:pPr>
            <a:r>
              <a:rPr lang="en-US" b="true" sz="2974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Secure access </a:t>
            </a:r>
            <a:r>
              <a:rPr lang="en-US" sz="2974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to development environments, code repositories, and tools from any location. </a:t>
            </a:r>
            <a:r>
              <a:rPr lang="en-US" b="true" sz="2974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Protect </a:t>
            </a:r>
            <a:r>
              <a:rPr lang="en-US" sz="2974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sensitive data while ensuring seamless workflows.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949052"/>
            <a:ext cx="3729752" cy="775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8"/>
              </a:lnSpc>
            </a:pPr>
            <a:r>
              <a:rPr lang="en-US" b="true" sz="44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5479AB">
                        <a:alpha val="100000"/>
                      </a:srgbClr>
                    </a:gs>
                    <a:gs pos="100000">
                      <a:srgbClr val="003070">
                        <a:alpha val="100000"/>
                      </a:srgbClr>
                    </a:gs>
                  </a:gsLst>
                  <a:lin ang="2700000"/>
                </a:gradFill>
                <a:latin typeface="Trebuchet MS Bold"/>
                <a:ea typeface="Trebuchet MS Bold"/>
                <a:cs typeface="Trebuchet MS Bold"/>
                <a:sym typeface="Trebuchet MS Bold"/>
              </a:rPr>
              <a:t>What is SASE?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87304" y="601085"/>
            <a:ext cx="2247900" cy="752475"/>
          </a:xfrm>
          <a:custGeom>
            <a:avLst/>
            <a:gdLst/>
            <a:ahLst/>
            <a:cxnLst/>
            <a:rect r="r" b="b" t="t" l="l"/>
            <a:pathLst>
              <a:path h="752475" w="2247900">
                <a:moveTo>
                  <a:pt x="0" y="0"/>
                </a:moveTo>
                <a:lnTo>
                  <a:pt x="2247900" y="0"/>
                </a:lnTo>
                <a:lnTo>
                  <a:pt x="2247900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9" t="0" r="-10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1189" y="2101406"/>
            <a:ext cx="15995075" cy="7097163"/>
          </a:xfrm>
          <a:custGeom>
            <a:avLst/>
            <a:gdLst/>
            <a:ahLst/>
            <a:cxnLst/>
            <a:rect r="r" b="b" t="t" l="l"/>
            <a:pathLst>
              <a:path h="7097163" w="15995075">
                <a:moveTo>
                  <a:pt x="0" y="0"/>
                </a:moveTo>
                <a:lnTo>
                  <a:pt x="15995075" y="0"/>
                </a:lnTo>
                <a:lnTo>
                  <a:pt x="15995075" y="7097163"/>
                </a:lnTo>
                <a:lnTo>
                  <a:pt x="0" y="70971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01834" y="2288505"/>
            <a:ext cx="15155885" cy="5117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b="true" sz="2774">
                <a:solidFill>
                  <a:srgbClr val="2A2B2D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Zero Trust Security: </a:t>
            </a:r>
            <a:r>
              <a:rPr lang="en-US" sz="2774">
                <a:solidFill>
                  <a:srgbClr val="2A2B2D"/>
                </a:solidFill>
                <a:latin typeface="Trebuchet MS"/>
                <a:ea typeface="Trebuchet MS"/>
                <a:cs typeface="Trebuchet MS"/>
                <a:sym typeface="Trebuchet MS"/>
              </a:rPr>
              <a:t>Ensures only authorized users access your systems by continuously validating every request. </a:t>
            </a:r>
            <a:r>
              <a:rPr lang="en-US" b="true" sz="2774">
                <a:solidFill>
                  <a:srgbClr val="2A2B2D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Secure Version Control:</a:t>
            </a:r>
            <a:r>
              <a:rPr lang="en-US" sz="2774">
                <a:solidFill>
                  <a:srgbClr val="2A2B2D"/>
                </a:solidFill>
                <a:latin typeface="Trebuchet MS"/>
                <a:ea typeface="Trebuchet MS"/>
                <a:cs typeface="Trebuchet MS"/>
                <a:sym typeface="Trebuchet MS"/>
              </a:rPr>
              <a:t> Protects your code repositories (GitHub, GitLab) while you manage them effortlessly. </a:t>
            </a:r>
            <a:r>
              <a:rPr lang="en-US" b="true" sz="2774">
                <a:solidFill>
                  <a:srgbClr val="2A2B2D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Containerized Environments: </a:t>
            </a:r>
            <a:r>
              <a:rPr lang="en-US" sz="2774">
                <a:solidFill>
                  <a:srgbClr val="2A2B2D"/>
                </a:solidFill>
                <a:latin typeface="Trebuchet MS"/>
                <a:ea typeface="Trebuchet MS"/>
                <a:cs typeface="Trebuchet MS"/>
                <a:sym typeface="Trebuchet MS"/>
              </a:rPr>
              <a:t>Secures your Docker and Kubernetes environments for smooth, safe development. </a:t>
            </a:r>
            <a:r>
              <a:rPr lang="en-US" b="true" sz="2774">
                <a:solidFill>
                  <a:srgbClr val="2A2B2D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API Access:</a:t>
            </a:r>
            <a:r>
              <a:rPr lang="en-US" sz="2774">
                <a:solidFill>
                  <a:srgbClr val="2A2B2D"/>
                </a:solidFill>
                <a:latin typeface="Trebuchet MS"/>
                <a:ea typeface="Trebuchet MS"/>
                <a:cs typeface="Trebuchet MS"/>
                <a:sym typeface="Trebuchet MS"/>
              </a:rPr>
              <a:t> Keeps your APIs secure, ensuring uninterrupted and safe integration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42968" y="957386"/>
            <a:ext cx="10126951" cy="629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8"/>
              </a:lnSpc>
            </a:pPr>
            <a:r>
              <a:rPr lang="en-US" b="true" sz="35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5479AB">
                        <a:alpha val="100000"/>
                      </a:srgbClr>
                    </a:gs>
                    <a:gs pos="100000">
                      <a:srgbClr val="003070">
                        <a:alpha val="100000"/>
                      </a:srgbClr>
                    </a:gs>
                  </a:gsLst>
                  <a:lin ang="2700000"/>
                </a:gradFill>
                <a:latin typeface="Trebuchet MS Bold"/>
                <a:ea typeface="Trebuchet MS Bold"/>
                <a:cs typeface="Trebuchet MS Bold"/>
                <a:sym typeface="Trebuchet MS Bold"/>
              </a:rPr>
              <a:t>How SASE Supercharges Developer Workflows: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87304" y="601085"/>
            <a:ext cx="2247900" cy="752475"/>
          </a:xfrm>
          <a:custGeom>
            <a:avLst/>
            <a:gdLst/>
            <a:ahLst/>
            <a:cxnLst/>
            <a:rect r="r" b="b" t="t" l="l"/>
            <a:pathLst>
              <a:path h="752475" w="2247900">
                <a:moveTo>
                  <a:pt x="0" y="0"/>
                </a:moveTo>
                <a:lnTo>
                  <a:pt x="2247900" y="0"/>
                </a:lnTo>
                <a:lnTo>
                  <a:pt x="2247900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9" t="0" r="-103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3087538" y="2674753"/>
            <a:ext cx="950700" cy="989219"/>
            <a:chOff x="0" y="0"/>
            <a:chExt cx="950709" cy="9892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50722" cy="989203"/>
            </a:xfrm>
            <a:custGeom>
              <a:avLst/>
              <a:gdLst/>
              <a:ahLst/>
              <a:cxnLst/>
              <a:rect r="r" b="b" t="t" l="l"/>
              <a:pathLst>
                <a:path h="989203" w="950722">
                  <a:moveTo>
                    <a:pt x="469392" y="0"/>
                  </a:moveTo>
                  <a:cubicBezTo>
                    <a:pt x="460883" y="2540"/>
                    <a:pt x="454660" y="10414"/>
                    <a:pt x="454660" y="19812"/>
                  </a:cubicBezTo>
                  <a:lnTo>
                    <a:pt x="454660" y="102616"/>
                  </a:lnTo>
                  <a:lnTo>
                    <a:pt x="454787" y="105410"/>
                  </a:lnTo>
                  <a:cubicBezTo>
                    <a:pt x="456184" y="115570"/>
                    <a:pt x="464820" y="123317"/>
                    <a:pt x="475234" y="123317"/>
                  </a:cubicBezTo>
                  <a:cubicBezTo>
                    <a:pt x="486664" y="123317"/>
                    <a:pt x="495935" y="114046"/>
                    <a:pt x="495935" y="102616"/>
                  </a:cubicBezTo>
                  <a:lnTo>
                    <a:pt x="495935" y="19812"/>
                  </a:lnTo>
                  <a:lnTo>
                    <a:pt x="495808" y="17018"/>
                  </a:lnTo>
                  <a:cubicBezTo>
                    <a:pt x="494792" y="8890"/>
                    <a:pt x="488950" y="2286"/>
                    <a:pt x="481203" y="0"/>
                  </a:cubicBezTo>
                  <a:close/>
                  <a:moveTo>
                    <a:pt x="796925" y="104902"/>
                  </a:moveTo>
                  <a:cubicBezTo>
                    <a:pt x="791591" y="104902"/>
                    <a:pt x="786384" y="106934"/>
                    <a:pt x="782320" y="110998"/>
                  </a:cubicBezTo>
                  <a:lnTo>
                    <a:pt x="723900" y="169545"/>
                  </a:lnTo>
                  <a:lnTo>
                    <a:pt x="721995" y="171704"/>
                  </a:lnTo>
                  <a:cubicBezTo>
                    <a:pt x="715772" y="179832"/>
                    <a:pt x="716407" y="191389"/>
                    <a:pt x="723900" y="198882"/>
                  </a:cubicBezTo>
                  <a:cubicBezTo>
                    <a:pt x="727964" y="202946"/>
                    <a:pt x="733171" y="204978"/>
                    <a:pt x="738505" y="204978"/>
                  </a:cubicBezTo>
                  <a:cubicBezTo>
                    <a:pt x="743839" y="204978"/>
                    <a:pt x="749046" y="202946"/>
                    <a:pt x="753110" y="198882"/>
                  </a:cubicBezTo>
                  <a:lnTo>
                    <a:pt x="811530" y="140335"/>
                  </a:lnTo>
                  <a:lnTo>
                    <a:pt x="813435" y="138176"/>
                  </a:lnTo>
                  <a:cubicBezTo>
                    <a:pt x="819658" y="130048"/>
                    <a:pt x="819023" y="118491"/>
                    <a:pt x="811530" y="110998"/>
                  </a:cubicBezTo>
                  <a:cubicBezTo>
                    <a:pt x="807466" y="106934"/>
                    <a:pt x="802259" y="104902"/>
                    <a:pt x="796925" y="104902"/>
                  </a:cubicBezTo>
                  <a:close/>
                  <a:moveTo>
                    <a:pt x="153924" y="104902"/>
                  </a:moveTo>
                  <a:cubicBezTo>
                    <a:pt x="148590" y="104902"/>
                    <a:pt x="143383" y="106934"/>
                    <a:pt x="139319" y="110998"/>
                  </a:cubicBezTo>
                  <a:cubicBezTo>
                    <a:pt x="131191" y="119126"/>
                    <a:pt x="131191" y="132207"/>
                    <a:pt x="139319" y="140208"/>
                  </a:cubicBezTo>
                  <a:lnTo>
                    <a:pt x="197739" y="198755"/>
                  </a:lnTo>
                  <a:lnTo>
                    <a:pt x="199898" y="200660"/>
                  </a:lnTo>
                  <a:cubicBezTo>
                    <a:pt x="203581" y="203454"/>
                    <a:pt x="208026" y="204851"/>
                    <a:pt x="212344" y="204851"/>
                  </a:cubicBezTo>
                  <a:cubicBezTo>
                    <a:pt x="217678" y="204851"/>
                    <a:pt x="222885" y="202819"/>
                    <a:pt x="226949" y="198755"/>
                  </a:cubicBezTo>
                  <a:cubicBezTo>
                    <a:pt x="235077" y="190627"/>
                    <a:pt x="235077" y="177546"/>
                    <a:pt x="226949" y="169545"/>
                  </a:cubicBezTo>
                  <a:lnTo>
                    <a:pt x="168529" y="110998"/>
                  </a:lnTo>
                  <a:lnTo>
                    <a:pt x="166370" y="109093"/>
                  </a:lnTo>
                  <a:cubicBezTo>
                    <a:pt x="162687" y="106299"/>
                    <a:pt x="158242" y="104902"/>
                    <a:pt x="153924" y="104902"/>
                  </a:cubicBezTo>
                  <a:close/>
                  <a:moveTo>
                    <a:pt x="501777" y="285623"/>
                  </a:moveTo>
                  <a:cubicBezTo>
                    <a:pt x="490347" y="285623"/>
                    <a:pt x="481076" y="294894"/>
                    <a:pt x="481076" y="306324"/>
                  </a:cubicBezTo>
                  <a:cubicBezTo>
                    <a:pt x="481076" y="317754"/>
                    <a:pt x="490347" y="327025"/>
                    <a:pt x="501777" y="327025"/>
                  </a:cubicBezTo>
                  <a:cubicBezTo>
                    <a:pt x="566420" y="327025"/>
                    <a:pt x="618871" y="379476"/>
                    <a:pt x="618871" y="444246"/>
                  </a:cubicBezTo>
                  <a:cubicBezTo>
                    <a:pt x="618871" y="455676"/>
                    <a:pt x="628142" y="464947"/>
                    <a:pt x="639572" y="464947"/>
                  </a:cubicBezTo>
                  <a:cubicBezTo>
                    <a:pt x="651002" y="464947"/>
                    <a:pt x="660273" y="455676"/>
                    <a:pt x="660273" y="444246"/>
                  </a:cubicBezTo>
                  <a:cubicBezTo>
                    <a:pt x="660273" y="356616"/>
                    <a:pt x="589280" y="285623"/>
                    <a:pt x="501777" y="285623"/>
                  </a:cubicBezTo>
                  <a:close/>
                  <a:moveTo>
                    <a:pt x="20701" y="426847"/>
                  </a:moveTo>
                  <a:lnTo>
                    <a:pt x="17907" y="426974"/>
                  </a:lnTo>
                  <a:cubicBezTo>
                    <a:pt x="7747" y="428371"/>
                    <a:pt x="0" y="437007"/>
                    <a:pt x="0" y="447548"/>
                  </a:cubicBezTo>
                  <a:cubicBezTo>
                    <a:pt x="0" y="458978"/>
                    <a:pt x="9271" y="468249"/>
                    <a:pt x="20701" y="468249"/>
                  </a:cubicBezTo>
                  <a:lnTo>
                    <a:pt x="103378" y="468249"/>
                  </a:lnTo>
                  <a:lnTo>
                    <a:pt x="106172" y="468122"/>
                  </a:lnTo>
                  <a:cubicBezTo>
                    <a:pt x="116205" y="466725"/>
                    <a:pt x="124079" y="458089"/>
                    <a:pt x="124079" y="447675"/>
                  </a:cubicBezTo>
                  <a:cubicBezTo>
                    <a:pt x="124079" y="436245"/>
                    <a:pt x="114808" y="426974"/>
                    <a:pt x="103378" y="426974"/>
                  </a:cubicBezTo>
                  <a:close/>
                  <a:moveTo>
                    <a:pt x="847344" y="426847"/>
                  </a:moveTo>
                  <a:lnTo>
                    <a:pt x="844550" y="426974"/>
                  </a:lnTo>
                  <a:cubicBezTo>
                    <a:pt x="834517" y="428371"/>
                    <a:pt x="826643" y="437007"/>
                    <a:pt x="826643" y="447421"/>
                  </a:cubicBezTo>
                  <a:cubicBezTo>
                    <a:pt x="826643" y="458851"/>
                    <a:pt x="835914" y="468122"/>
                    <a:pt x="847344" y="468122"/>
                  </a:cubicBezTo>
                  <a:lnTo>
                    <a:pt x="930021" y="468122"/>
                  </a:lnTo>
                  <a:lnTo>
                    <a:pt x="932815" y="467995"/>
                  </a:lnTo>
                  <a:cubicBezTo>
                    <a:pt x="942848" y="466598"/>
                    <a:pt x="950722" y="457962"/>
                    <a:pt x="950722" y="447548"/>
                  </a:cubicBezTo>
                  <a:cubicBezTo>
                    <a:pt x="950722" y="436118"/>
                    <a:pt x="941451" y="426847"/>
                    <a:pt x="930021" y="426847"/>
                  </a:cubicBezTo>
                  <a:close/>
                  <a:moveTo>
                    <a:pt x="474218" y="244221"/>
                  </a:moveTo>
                  <a:cubicBezTo>
                    <a:pt x="599821" y="244221"/>
                    <a:pt x="701548" y="346202"/>
                    <a:pt x="701548" y="471805"/>
                  </a:cubicBezTo>
                  <a:cubicBezTo>
                    <a:pt x="701548" y="522224"/>
                    <a:pt x="668782" y="581660"/>
                    <a:pt x="601853" y="649224"/>
                  </a:cubicBezTo>
                  <a:lnTo>
                    <a:pt x="597154" y="654304"/>
                  </a:lnTo>
                  <a:lnTo>
                    <a:pt x="592709" y="659511"/>
                  </a:lnTo>
                  <a:cubicBezTo>
                    <a:pt x="574167" y="682625"/>
                    <a:pt x="563880" y="711581"/>
                    <a:pt x="563880" y="741553"/>
                  </a:cubicBezTo>
                  <a:lnTo>
                    <a:pt x="563880" y="782320"/>
                  </a:lnTo>
                  <a:lnTo>
                    <a:pt x="384556" y="782320"/>
                  </a:lnTo>
                  <a:lnTo>
                    <a:pt x="384556" y="741680"/>
                  </a:lnTo>
                  <a:lnTo>
                    <a:pt x="384429" y="734822"/>
                  </a:lnTo>
                  <a:cubicBezTo>
                    <a:pt x="382778" y="702691"/>
                    <a:pt x="369316" y="672211"/>
                    <a:pt x="346583" y="649351"/>
                  </a:cubicBezTo>
                  <a:cubicBezTo>
                    <a:pt x="279527" y="581787"/>
                    <a:pt x="246888" y="522478"/>
                    <a:pt x="246888" y="471932"/>
                  </a:cubicBezTo>
                  <a:cubicBezTo>
                    <a:pt x="246888" y="346202"/>
                    <a:pt x="348615" y="244348"/>
                    <a:pt x="474218" y="244348"/>
                  </a:cubicBezTo>
                  <a:close/>
                  <a:moveTo>
                    <a:pt x="212344" y="690245"/>
                  </a:moveTo>
                  <a:cubicBezTo>
                    <a:pt x="207010" y="690245"/>
                    <a:pt x="201803" y="692277"/>
                    <a:pt x="197739" y="696341"/>
                  </a:cubicBezTo>
                  <a:lnTo>
                    <a:pt x="139319" y="754888"/>
                  </a:lnTo>
                  <a:lnTo>
                    <a:pt x="137414" y="757047"/>
                  </a:lnTo>
                  <a:cubicBezTo>
                    <a:pt x="131191" y="765175"/>
                    <a:pt x="131826" y="776732"/>
                    <a:pt x="139319" y="784225"/>
                  </a:cubicBezTo>
                  <a:cubicBezTo>
                    <a:pt x="143383" y="788289"/>
                    <a:pt x="148590" y="790321"/>
                    <a:pt x="153924" y="790321"/>
                  </a:cubicBezTo>
                  <a:cubicBezTo>
                    <a:pt x="159258" y="790321"/>
                    <a:pt x="164465" y="788289"/>
                    <a:pt x="168529" y="784225"/>
                  </a:cubicBezTo>
                  <a:lnTo>
                    <a:pt x="226949" y="725678"/>
                  </a:lnTo>
                  <a:lnTo>
                    <a:pt x="228854" y="723519"/>
                  </a:lnTo>
                  <a:cubicBezTo>
                    <a:pt x="235077" y="715391"/>
                    <a:pt x="234442" y="703834"/>
                    <a:pt x="226949" y="696341"/>
                  </a:cubicBezTo>
                  <a:cubicBezTo>
                    <a:pt x="222885" y="692277"/>
                    <a:pt x="217678" y="690245"/>
                    <a:pt x="212344" y="690245"/>
                  </a:cubicBezTo>
                  <a:close/>
                  <a:moveTo>
                    <a:pt x="738505" y="690245"/>
                  </a:moveTo>
                  <a:cubicBezTo>
                    <a:pt x="733171" y="690245"/>
                    <a:pt x="727964" y="692277"/>
                    <a:pt x="723900" y="696341"/>
                  </a:cubicBezTo>
                  <a:cubicBezTo>
                    <a:pt x="715772" y="704469"/>
                    <a:pt x="715772" y="717550"/>
                    <a:pt x="723900" y="725551"/>
                  </a:cubicBezTo>
                  <a:lnTo>
                    <a:pt x="782320" y="784098"/>
                  </a:lnTo>
                  <a:lnTo>
                    <a:pt x="784479" y="786003"/>
                  </a:lnTo>
                  <a:cubicBezTo>
                    <a:pt x="788162" y="788797"/>
                    <a:pt x="792607" y="790194"/>
                    <a:pt x="796925" y="790194"/>
                  </a:cubicBezTo>
                  <a:cubicBezTo>
                    <a:pt x="802259" y="790194"/>
                    <a:pt x="807466" y="788162"/>
                    <a:pt x="811530" y="784098"/>
                  </a:cubicBezTo>
                  <a:cubicBezTo>
                    <a:pt x="819658" y="775970"/>
                    <a:pt x="819658" y="762889"/>
                    <a:pt x="811530" y="754888"/>
                  </a:cubicBezTo>
                  <a:lnTo>
                    <a:pt x="753110" y="696341"/>
                  </a:lnTo>
                  <a:lnTo>
                    <a:pt x="750951" y="694436"/>
                  </a:lnTo>
                  <a:cubicBezTo>
                    <a:pt x="747268" y="691642"/>
                    <a:pt x="742823" y="690245"/>
                    <a:pt x="738505" y="690245"/>
                  </a:cubicBezTo>
                  <a:close/>
                  <a:moveTo>
                    <a:pt x="474218" y="202819"/>
                  </a:moveTo>
                  <a:cubicBezTo>
                    <a:pt x="325882" y="202819"/>
                    <a:pt x="205486" y="323215"/>
                    <a:pt x="205486" y="471805"/>
                  </a:cubicBezTo>
                  <a:cubicBezTo>
                    <a:pt x="205486" y="535305"/>
                    <a:pt x="243205" y="603758"/>
                    <a:pt x="317246" y="678307"/>
                  </a:cubicBezTo>
                  <a:cubicBezTo>
                    <a:pt x="333883" y="695071"/>
                    <a:pt x="343281" y="717804"/>
                    <a:pt x="343281" y="741553"/>
                  </a:cubicBezTo>
                  <a:lnTo>
                    <a:pt x="343281" y="789178"/>
                  </a:lnTo>
                  <a:lnTo>
                    <a:pt x="343408" y="792734"/>
                  </a:lnTo>
                  <a:cubicBezTo>
                    <a:pt x="345186" y="810133"/>
                    <a:pt x="359791" y="823722"/>
                    <a:pt x="377698" y="823722"/>
                  </a:cubicBezTo>
                  <a:lnTo>
                    <a:pt x="570611" y="823722"/>
                  </a:lnTo>
                  <a:lnTo>
                    <a:pt x="574167" y="823595"/>
                  </a:lnTo>
                  <a:cubicBezTo>
                    <a:pt x="591566" y="821817"/>
                    <a:pt x="605028" y="807085"/>
                    <a:pt x="605155" y="789305"/>
                  </a:cubicBezTo>
                  <a:lnTo>
                    <a:pt x="605155" y="741680"/>
                  </a:lnTo>
                  <a:lnTo>
                    <a:pt x="605409" y="735838"/>
                  </a:lnTo>
                  <a:cubicBezTo>
                    <a:pt x="606806" y="714375"/>
                    <a:pt x="615950" y="693928"/>
                    <a:pt x="631190" y="678561"/>
                  </a:cubicBezTo>
                  <a:cubicBezTo>
                    <a:pt x="705104" y="604012"/>
                    <a:pt x="742950" y="535432"/>
                    <a:pt x="742950" y="472059"/>
                  </a:cubicBezTo>
                  <a:cubicBezTo>
                    <a:pt x="742950" y="323469"/>
                    <a:pt x="622681" y="203073"/>
                    <a:pt x="474218" y="203073"/>
                  </a:cubicBezTo>
                  <a:close/>
                  <a:moveTo>
                    <a:pt x="363982" y="837438"/>
                  </a:moveTo>
                  <a:lnTo>
                    <a:pt x="361188" y="837565"/>
                  </a:lnTo>
                  <a:cubicBezTo>
                    <a:pt x="351155" y="838962"/>
                    <a:pt x="343281" y="847598"/>
                    <a:pt x="343281" y="858012"/>
                  </a:cubicBezTo>
                  <a:cubicBezTo>
                    <a:pt x="343281" y="869442"/>
                    <a:pt x="352552" y="878713"/>
                    <a:pt x="363982" y="878713"/>
                  </a:cubicBezTo>
                  <a:lnTo>
                    <a:pt x="584454" y="878713"/>
                  </a:lnTo>
                  <a:lnTo>
                    <a:pt x="587248" y="878586"/>
                  </a:lnTo>
                  <a:cubicBezTo>
                    <a:pt x="597281" y="877189"/>
                    <a:pt x="605155" y="868553"/>
                    <a:pt x="605155" y="858139"/>
                  </a:cubicBezTo>
                  <a:cubicBezTo>
                    <a:pt x="605155" y="846709"/>
                    <a:pt x="595884" y="837438"/>
                    <a:pt x="584454" y="837438"/>
                  </a:cubicBezTo>
                  <a:close/>
                  <a:moveTo>
                    <a:pt x="391541" y="892683"/>
                  </a:moveTo>
                  <a:lnTo>
                    <a:pt x="388747" y="892810"/>
                  </a:lnTo>
                  <a:cubicBezTo>
                    <a:pt x="378714" y="894207"/>
                    <a:pt x="370840" y="902843"/>
                    <a:pt x="370840" y="913257"/>
                  </a:cubicBezTo>
                  <a:cubicBezTo>
                    <a:pt x="370840" y="924687"/>
                    <a:pt x="380111" y="933958"/>
                    <a:pt x="391541" y="933958"/>
                  </a:cubicBezTo>
                  <a:lnTo>
                    <a:pt x="556895" y="933958"/>
                  </a:lnTo>
                  <a:lnTo>
                    <a:pt x="559689" y="933831"/>
                  </a:lnTo>
                  <a:cubicBezTo>
                    <a:pt x="569722" y="932434"/>
                    <a:pt x="577596" y="923798"/>
                    <a:pt x="577596" y="913384"/>
                  </a:cubicBezTo>
                  <a:cubicBezTo>
                    <a:pt x="577596" y="901954"/>
                    <a:pt x="568325" y="892683"/>
                    <a:pt x="556895" y="892683"/>
                  </a:cubicBezTo>
                  <a:close/>
                  <a:moveTo>
                    <a:pt x="446659" y="947928"/>
                  </a:moveTo>
                  <a:lnTo>
                    <a:pt x="443865" y="948055"/>
                  </a:lnTo>
                  <a:cubicBezTo>
                    <a:pt x="433832" y="949452"/>
                    <a:pt x="425958" y="958088"/>
                    <a:pt x="425958" y="968502"/>
                  </a:cubicBezTo>
                  <a:cubicBezTo>
                    <a:pt x="425958" y="979932"/>
                    <a:pt x="435229" y="989203"/>
                    <a:pt x="446659" y="989203"/>
                  </a:cubicBezTo>
                  <a:lnTo>
                    <a:pt x="501777" y="989203"/>
                  </a:lnTo>
                  <a:lnTo>
                    <a:pt x="504571" y="989076"/>
                  </a:lnTo>
                  <a:cubicBezTo>
                    <a:pt x="514604" y="987679"/>
                    <a:pt x="522478" y="979043"/>
                    <a:pt x="522478" y="968629"/>
                  </a:cubicBezTo>
                  <a:cubicBezTo>
                    <a:pt x="522478" y="957199"/>
                    <a:pt x="513207" y="947928"/>
                    <a:pt x="501777" y="94792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978868" y="4669260"/>
            <a:ext cx="1013489" cy="1013489"/>
          </a:xfrm>
          <a:custGeom>
            <a:avLst/>
            <a:gdLst/>
            <a:ahLst/>
            <a:cxnLst/>
            <a:rect r="r" b="b" t="t" l="l"/>
            <a:pathLst>
              <a:path h="1013489" w="1013489">
                <a:moveTo>
                  <a:pt x="0" y="0"/>
                </a:moveTo>
                <a:lnTo>
                  <a:pt x="1013488" y="0"/>
                </a:lnTo>
                <a:lnTo>
                  <a:pt x="1013488" y="1013488"/>
                </a:lnTo>
                <a:lnTo>
                  <a:pt x="0" y="10134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3018577" y="6553724"/>
            <a:ext cx="993772" cy="926630"/>
            <a:chOff x="0" y="0"/>
            <a:chExt cx="993775" cy="9266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0" y="751586"/>
              <a:ext cx="111252" cy="111633"/>
            </a:xfrm>
            <a:custGeom>
              <a:avLst/>
              <a:gdLst/>
              <a:ahLst/>
              <a:cxnLst/>
              <a:rect r="r" b="b" t="t" l="l"/>
              <a:pathLst>
                <a:path h="111633" w="111252">
                  <a:moveTo>
                    <a:pt x="0" y="0"/>
                  </a:moveTo>
                  <a:lnTo>
                    <a:pt x="111252" y="0"/>
                  </a:lnTo>
                  <a:lnTo>
                    <a:pt x="111252" y="111633"/>
                  </a:lnTo>
                  <a:lnTo>
                    <a:pt x="0" y="1116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44348" y="609092"/>
              <a:ext cx="111252" cy="254000"/>
            </a:xfrm>
            <a:custGeom>
              <a:avLst/>
              <a:gdLst/>
              <a:ahLst/>
              <a:cxnLst/>
              <a:rect r="r" b="b" t="t" l="l"/>
              <a:pathLst>
                <a:path h="254000" w="111252">
                  <a:moveTo>
                    <a:pt x="0" y="0"/>
                  </a:moveTo>
                  <a:lnTo>
                    <a:pt x="111252" y="0"/>
                  </a:lnTo>
                  <a:lnTo>
                    <a:pt x="111252" y="254000"/>
                  </a:lnTo>
                  <a:lnTo>
                    <a:pt x="0" y="2540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425196" y="433197"/>
              <a:ext cx="111252" cy="429895"/>
            </a:xfrm>
            <a:custGeom>
              <a:avLst/>
              <a:gdLst/>
              <a:ahLst/>
              <a:cxnLst/>
              <a:rect r="r" b="b" t="t" l="l"/>
              <a:pathLst>
                <a:path h="429895" w="111252">
                  <a:moveTo>
                    <a:pt x="0" y="0"/>
                  </a:moveTo>
                  <a:lnTo>
                    <a:pt x="111252" y="0"/>
                  </a:lnTo>
                  <a:lnTo>
                    <a:pt x="111252" y="429895"/>
                  </a:lnTo>
                  <a:lnTo>
                    <a:pt x="0" y="42989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05917" y="494919"/>
              <a:ext cx="111252" cy="368300"/>
            </a:xfrm>
            <a:custGeom>
              <a:avLst/>
              <a:gdLst/>
              <a:ahLst/>
              <a:cxnLst/>
              <a:rect r="r" b="b" t="t" l="l"/>
              <a:pathLst>
                <a:path h="368300" w="111252">
                  <a:moveTo>
                    <a:pt x="0" y="0"/>
                  </a:moveTo>
                  <a:lnTo>
                    <a:pt x="111252" y="0"/>
                  </a:lnTo>
                  <a:lnTo>
                    <a:pt x="111252" y="368300"/>
                  </a:lnTo>
                  <a:lnTo>
                    <a:pt x="0" y="3683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786765" y="309880"/>
              <a:ext cx="111252" cy="553212"/>
            </a:xfrm>
            <a:custGeom>
              <a:avLst/>
              <a:gdLst/>
              <a:ahLst/>
              <a:cxnLst/>
              <a:rect r="r" b="b" t="t" l="l"/>
              <a:pathLst>
                <a:path h="553212" w="111252">
                  <a:moveTo>
                    <a:pt x="0" y="0"/>
                  </a:moveTo>
                  <a:lnTo>
                    <a:pt x="111252" y="0"/>
                  </a:lnTo>
                  <a:lnTo>
                    <a:pt x="111252" y="553212"/>
                  </a:lnTo>
                  <a:lnTo>
                    <a:pt x="0" y="55321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85979" y="63500"/>
              <a:ext cx="844296" cy="606806"/>
            </a:xfrm>
            <a:custGeom>
              <a:avLst/>
              <a:gdLst/>
              <a:ahLst/>
              <a:cxnLst/>
              <a:rect r="r" b="b" t="t" l="l"/>
              <a:pathLst>
                <a:path h="606806" w="844296">
                  <a:moveTo>
                    <a:pt x="844296" y="0"/>
                  </a:moveTo>
                  <a:lnTo>
                    <a:pt x="690372" y="42672"/>
                  </a:lnTo>
                  <a:lnTo>
                    <a:pt x="749935" y="74803"/>
                  </a:lnTo>
                  <a:lnTo>
                    <a:pt x="529209" y="298958"/>
                  </a:lnTo>
                  <a:lnTo>
                    <a:pt x="424561" y="190119"/>
                  </a:lnTo>
                  <a:cubicBezTo>
                    <a:pt x="420878" y="186309"/>
                    <a:pt x="415925" y="184277"/>
                    <a:pt x="410972" y="184277"/>
                  </a:cubicBezTo>
                  <a:cubicBezTo>
                    <a:pt x="406146" y="184277"/>
                    <a:pt x="401447" y="186055"/>
                    <a:pt x="397637" y="189738"/>
                  </a:cubicBezTo>
                  <a:lnTo>
                    <a:pt x="7239" y="575691"/>
                  </a:lnTo>
                  <a:cubicBezTo>
                    <a:pt x="127" y="582676"/>
                    <a:pt x="0" y="594233"/>
                    <a:pt x="7112" y="601345"/>
                  </a:cubicBezTo>
                  <a:cubicBezTo>
                    <a:pt x="10668" y="604901"/>
                    <a:pt x="15367" y="606806"/>
                    <a:pt x="19939" y="606806"/>
                  </a:cubicBezTo>
                  <a:cubicBezTo>
                    <a:pt x="24511" y="606806"/>
                    <a:pt x="29083" y="605028"/>
                    <a:pt x="32639" y="601599"/>
                  </a:cubicBezTo>
                  <a:lnTo>
                    <a:pt x="410591" y="227965"/>
                  </a:lnTo>
                  <a:lnTo>
                    <a:pt x="515366" y="336931"/>
                  </a:lnTo>
                  <a:cubicBezTo>
                    <a:pt x="519049" y="340741"/>
                    <a:pt x="524002" y="342773"/>
                    <a:pt x="528955" y="342773"/>
                  </a:cubicBezTo>
                  <a:cubicBezTo>
                    <a:pt x="533908" y="342773"/>
                    <a:pt x="538734" y="340868"/>
                    <a:pt x="542417" y="337058"/>
                  </a:cubicBezTo>
                  <a:lnTo>
                    <a:pt x="775716" y="100203"/>
                  </a:lnTo>
                  <a:lnTo>
                    <a:pt x="804164" y="155067"/>
                  </a:lnTo>
                  <a:lnTo>
                    <a:pt x="844296" y="0"/>
                  </a:lnTo>
                  <a:lnTo>
                    <a:pt x="84429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4439164" y="6205014"/>
            <a:ext cx="10138553" cy="1838115"/>
          </a:xfrm>
          <a:custGeom>
            <a:avLst/>
            <a:gdLst/>
            <a:ahLst/>
            <a:cxnLst/>
            <a:rect r="r" b="b" t="t" l="l"/>
            <a:pathLst>
              <a:path h="1838115" w="10138553">
                <a:moveTo>
                  <a:pt x="0" y="0"/>
                </a:moveTo>
                <a:lnTo>
                  <a:pt x="10138553" y="0"/>
                </a:lnTo>
                <a:lnTo>
                  <a:pt x="10138553" y="1838115"/>
                </a:lnTo>
                <a:lnTo>
                  <a:pt x="0" y="18381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439164" y="2352656"/>
            <a:ext cx="10138077" cy="1729330"/>
          </a:xfrm>
          <a:custGeom>
            <a:avLst/>
            <a:gdLst/>
            <a:ahLst/>
            <a:cxnLst/>
            <a:rect r="r" b="b" t="t" l="l"/>
            <a:pathLst>
              <a:path h="1729330" w="10138077">
                <a:moveTo>
                  <a:pt x="0" y="0"/>
                </a:moveTo>
                <a:lnTo>
                  <a:pt x="10138077" y="0"/>
                </a:lnTo>
                <a:lnTo>
                  <a:pt x="10138077" y="1729330"/>
                </a:lnTo>
                <a:lnTo>
                  <a:pt x="0" y="17293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439164" y="4278830"/>
            <a:ext cx="10138077" cy="1729330"/>
          </a:xfrm>
          <a:custGeom>
            <a:avLst/>
            <a:gdLst/>
            <a:ahLst/>
            <a:cxnLst/>
            <a:rect r="r" b="b" t="t" l="l"/>
            <a:pathLst>
              <a:path h="1729330" w="10138077">
                <a:moveTo>
                  <a:pt x="0" y="0"/>
                </a:moveTo>
                <a:lnTo>
                  <a:pt x="10138077" y="0"/>
                </a:lnTo>
                <a:lnTo>
                  <a:pt x="10138077" y="1729330"/>
                </a:lnTo>
                <a:lnTo>
                  <a:pt x="0" y="17293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42968" y="957386"/>
            <a:ext cx="8482308" cy="629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8"/>
              </a:lnSpc>
            </a:pPr>
            <a:r>
              <a:rPr lang="en-US" b="true" sz="35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5479AB">
                        <a:alpha val="100000"/>
                      </a:srgbClr>
                    </a:gs>
                    <a:gs pos="100000">
                      <a:srgbClr val="003070">
                        <a:alpha val="100000"/>
                      </a:srgbClr>
                    </a:gs>
                  </a:gsLst>
                  <a:lin ang="2700000"/>
                </a:gradFill>
                <a:latin typeface="Trebuchet MS Bold"/>
                <a:ea typeface="Trebuchet MS Bold"/>
                <a:cs typeface="Trebuchet MS Bold"/>
                <a:sym typeface="Trebuchet MS Bold"/>
              </a:rPr>
              <a:t>Why Developers Should Embrace SASE: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702102" y="6349975"/>
            <a:ext cx="2702814" cy="435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b="true" sz="2499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Scalable Security: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338334" y="6787848"/>
            <a:ext cx="93659" cy="419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5"/>
              </a:lnSpc>
            </a:pPr>
            <a:r>
              <a:rPr lang="en-US" sz="24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02385" y="2572169"/>
            <a:ext cx="9565519" cy="97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Seamless Integration:</a:t>
            </a:r>
            <a:r>
              <a:rPr lang="en-US" sz="249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SASE fits right into your workflow, supports tools without disruption.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02102" y="4548845"/>
            <a:ext cx="6545361" cy="972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Boosted Performance: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 Optimized security and network performance.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02102" y="6787848"/>
            <a:ext cx="8793585" cy="419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SASEadaptstomeet your security needs without slowing down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702102" y="7206948"/>
            <a:ext cx="1763516" cy="419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40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productivity.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87304" y="601085"/>
            <a:ext cx="2247900" cy="752475"/>
          </a:xfrm>
          <a:custGeom>
            <a:avLst/>
            <a:gdLst/>
            <a:ahLst/>
            <a:cxnLst/>
            <a:rect r="r" b="b" t="t" l="l"/>
            <a:pathLst>
              <a:path h="752475" w="2247900">
                <a:moveTo>
                  <a:pt x="0" y="0"/>
                </a:moveTo>
                <a:lnTo>
                  <a:pt x="2247900" y="0"/>
                </a:lnTo>
                <a:lnTo>
                  <a:pt x="2247900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9" t="0" r="-10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8095" y="2967590"/>
            <a:ext cx="5924788" cy="3484416"/>
          </a:xfrm>
          <a:custGeom>
            <a:avLst/>
            <a:gdLst/>
            <a:ahLst/>
            <a:cxnLst/>
            <a:rect r="r" b="b" t="t" l="l"/>
            <a:pathLst>
              <a:path h="3484416" w="5924788">
                <a:moveTo>
                  <a:pt x="0" y="0"/>
                </a:moveTo>
                <a:lnTo>
                  <a:pt x="5924788" y="0"/>
                </a:lnTo>
                <a:lnTo>
                  <a:pt x="5924788" y="3484416"/>
                </a:lnTo>
                <a:lnTo>
                  <a:pt x="0" y="34844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74781" y="4646305"/>
            <a:ext cx="5924788" cy="3484416"/>
          </a:xfrm>
          <a:custGeom>
            <a:avLst/>
            <a:gdLst/>
            <a:ahLst/>
            <a:cxnLst/>
            <a:rect r="r" b="b" t="t" l="l"/>
            <a:pathLst>
              <a:path h="3484416" w="5924788">
                <a:moveTo>
                  <a:pt x="0" y="0"/>
                </a:moveTo>
                <a:lnTo>
                  <a:pt x="5924788" y="0"/>
                </a:lnTo>
                <a:lnTo>
                  <a:pt x="5924788" y="3484416"/>
                </a:lnTo>
                <a:lnTo>
                  <a:pt x="0" y="34844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01468" y="2967590"/>
            <a:ext cx="5924788" cy="3484416"/>
          </a:xfrm>
          <a:custGeom>
            <a:avLst/>
            <a:gdLst/>
            <a:ahLst/>
            <a:cxnLst/>
            <a:rect r="r" b="b" t="t" l="l"/>
            <a:pathLst>
              <a:path h="3484416" w="5924788">
                <a:moveTo>
                  <a:pt x="0" y="0"/>
                </a:moveTo>
                <a:lnTo>
                  <a:pt x="5924788" y="0"/>
                </a:lnTo>
                <a:lnTo>
                  <a:pt x="5924788" y="3484416"/>
                </a:lnTo>
                <a:lnTo>
                  <a:pt x="0" y="34844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42968" y="957386"/>
            <a:ext cx="7994037" cy="629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8"/>
              </a:lnSpc>
            </a:pPr>
            <a:r>
              <a:rPr lang="en-US" b="true" sz="3599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5479AB">
                        <a:alpha val="100000"/>
                      </a:srgbClr>
                    </a:gs>
                    <a:gs pos="100000">
                      <a:srgbClr val="003070">
                        <a:alpha val="100000"/>
                      </a:srgbClr>
                    </a:gs>
                  </a:gsLst>
                  <a:lin ang="2700000"/>
                </a:gradFill>
                <a:latin typeface="Trebuchet MS Bold"/>
                <a:ea typeface="Trebuchet MS Bold"/>
                <a:cs typeface="Trebuchet MS Bold"/>
                <a:sym typeface="Trebuchet MS Bold"/>
              </a:rPr>
              <a:t>Key Benefits of SASE for Developers: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55850" y="3658381"/>
            <a:ext cx="4710998" cy="204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00"/>
              </a:lnSpc>
            </a:pPr>
            <a:r>
              <a:rPr lang="en-US" b="true" sz="3143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Security</a:t>
            </a:r>
            <a:r>
              <a:rPr lang="en-US" sz="3143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:</a:t>
            </a:r>
          </a:p>
          <a:p>
            <a:pPr algn="just">
              <a:lnSpc>
                <a:spcPts val="3900"/>
              </a:lnSpc>
            </a:pPr>
            <a:r>
              <a:rPr lang="en-US" sz="2943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Safeguard code, databases, and APIs from unauthorized access.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87087" y="5285184"/>
            <a:ext cx="4784912" cy="2046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b="true" sz="3143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Speed: </a:t>
            </a:r>
          </a:p>
          <a:p>
            <a:pPr algn="l">
              <a:lnSpc>
                <a:spcPts val="3900"/>
              </a:lnSpc>
            </a:pPr>
            <a:r>
              <a:rPr lang="en-US" sz="2943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Enjoy faster access to cloud tools, reducing lag in development processes.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72089" y="3695700"/>
            <a:ext cx="5070910" cy="197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b="true" sz="2943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Remote Work:  </a:t>
            </a:r>
            <a:r>
              <a:rPr lang="en-US" sz="2943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Work securely from anywhere without disruptions to productivity.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13380" y="373066"/>
            <a:ext cx="2247900" cy="752475"/>
          </a:xfrm>
          <a:custGeom>
            <a:avLst/>
            <a:gdLst/>
            <a:ahLst/>
            <a:cxnLst/>
            <a:rect r="r" b="b" t="t" l="l"/>
            <a:pathLst>
              <a:path h="752475" w="2247900">
                <a:moveTo>
                  <a:pt x="0" y="0"/>
                </a:moveTo>
                <a:lnTo>
                  <a:pt x="2247900" y="0"/>
                </a:lnTo>
                <a:lnTo>
                  <a:pt x="2247900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9" t="0" r="-10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87571" y="3922033"/>
            <a:ext cx="5443909" cy="1547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99"/>
              </a:lnSpc>
            </a:pPr>
            <a:r>
              <a:rPr lang="en-US" sz="90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50000">
                      <a:srgbClr val="5479AB">
                        <a:alpha val="100000"/>
                      </a:srgbClr>
                    </a:gs>
                    <a:gs pos="100000">
                      <a:srgbClr val="003070">
                        <a:alpha val="100000"/>
                      </a:srgbClr>
                    </a:gs>
                  </a:gsLst>
                  <a:lin ang="2700000"/>
                </a:gradFill>
                <a:latin typeface="Arimo"/>
                <a:ea typeface="Arimo"/>
                <a:cs typeface="Arimo"/>
                <a:sym typeface="Arimo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87571" y="8275796"/>
            <a:ext cx="6305571" cy="463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6"/>
              </a:lnSpc>
            </a:pPr>
            <a:r>
              <a:rPr lang="en-US" sz="27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By:Rimas Alanazi - Layan Alghamdi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DAG4d1e4AgM</dc:identifier>
  <dcterms:modified xsi:type="dcterms:W3CDTF">2011-08-01T06:04:30Z</dcterms:modified>
  <cp:revision>1</cp:revision>
  <dc:title>SASE developers.pptx.pdf</dc:title>
</cp:coreProperties>
</file>